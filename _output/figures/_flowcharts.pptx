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08"/>
  </p:normalViewPr>
  <p:slideViewPr>
    <p:cSldViewPr snapToGrid="0">
      <p:cViewPr>
        <p:scale>
          <a:sx n="151" d="100"/>
          <a:sy n="15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F6B5-8000-4CCB-816B-29802E050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D7E19-0AD8-D68A-9534-D89D2FB4B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6A143-4327-6133-E18B-DDB7C513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EA443-260C-4A7F-CD58-BF592759F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07F15-3845-47B5-92E6-A3FF6D68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72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FC70-F49D-B1AF-F7D5-2F1C800A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C0EE0-ACEA-C462-B8ED-1C4648C47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C333B-A3C7-D394-E4FC-39816869A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611CF-704D-B21A-B5FA-AD75B66F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13594-F825-0D4A-9E01-9A6BA697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2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0ED9E-45AF-943D-CE7E-FE004A7F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A55B3-E08F-37DF-B6ED-CABBA06AA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AA399-E1FE-A372-AD4A-F8E6634C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AF66A-3F7A-3A64-187A-BDC3B1229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11399-7676-C108-662E-B4511473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5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784E-2BFD-5D06-4B6D-367A4304E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D2717-1159-6E5A-0BC7-943E53223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ED436-E21E-4E00-2BFD-3BCD9B62D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FC739-5368-98EF-3CA0-4E1F34A0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A0F3A-4355-7D35-E3E6-4D6875151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D8108-EFD1-CD08-C22A-92AAC0BE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B7688-F770-BBD2-0578-1A750809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215F4-D4DA-6269-7B57-FED0BCFEC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B5782-AFAD-C690-3CDC-AACA1CBFB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239C6C-CF7F-4889-02F5-BB8FE053B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D4EAD-5C49-3336-7C2D-D437FC40C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CAD2B-3979-ACE1-3163-4352C0D1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9ED187-9DE9-6588-C091-943AE90AB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ACA71-EF00-D4DC-E756-C6837FAC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3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6DEB-B813-0679-18D1-4DAD8380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13481-12E2-E985-7373-14B21F55D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18763-9CCE-E366-9F9E-4AFB4F76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018C0-C2EC-7828-1A0F-73774C6A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99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75C06-9F66-D94A-0731-B2BD4DE49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E7F1C6-9B81-00F5-618B-A8FF08EF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EB721-3635-BED3-ED49-9C48F45A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11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C878-F482-AD21-3BBF-E36FC96C7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0D985-6A7E-DC46-0B4A-0B0E8F5CE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B28A7-FE56-28E8-FD72-63DBC7A40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91BD7-DA3F-EA0D-CAFC-C74C9218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D3FC4-BF50-AE89-8DC7-8DE8895A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6CD13-85E3-6DFE-1EE1-D541F177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75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7BD7-170D-3DFF-4C7D-0458D6538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134A3-B50B-D081-0F3D-C3A9D3CBE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31767-B99B-5BB8-55FE-6E972A022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C7B9A-73F4-D73A-0EEE-3AED31315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CC64E-000F-CED7-94F3-8CC0FD2A6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65A41-868B-0C72-47A6-742EDC4B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5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F7D4-46AA-148E-F3D0-B900DFDA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BE1B5-ADEC-082E-938D-B1408CFD3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291C7-6991-6CA5-BA3B-2627342E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2362B-1F34-7C78-B04F-50A2641E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CE839-FD55-3817-FA62-29951BC1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2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F4BF60-1EE6-E717-A1A7-D9B119E6C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471F6-73F1-82D2-1D0D-EC89BE6DD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D729E-EF64-0E8D-16FC-FFB41436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3DD6E-4EA5-E3EE-1D8F-1B9635D1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E6E48-D593-AE96-5881-3132FB375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636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E7484-2B82-EF71-DDD7-F5DE23EDC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B89A5-C81A-6287-B806-B95AD5940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E040B-1C83-D132-E54A-55200B21A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5C725-700F-D24F-BB31-8EC108FD3E08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5480-1223-F422-0BF2-D3569846A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98636-3619-B851-4080-C22634BDF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BB1F1-BFC7-4B46-906F-8DEACEF38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6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468BA5-41DE-26B9-F787-2BDF6CAA4D3E}"/>
              </a:ext>
            </a:extLst>
          </p:cNvPr>
          <p:cNvSpPr/>
          <p:nvPr/>
        </p:nvSpPr>
        <p:spPr>
          <a:xfrm>
            <a:off x="4023185" y="337775"/>
            <a:ext cx="2159000" cy="56726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</a:rPr>
              <a:t>All Respondents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N = 2000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A3D916-A9D1-FCCB-55ED-AAA8A446581E}"/>
              </a:ext>
            </a:extLst>
          </p:cNvPr>
          <p:cNvSpPr/>
          <p:nvPr/>
        </p:nvSpPr>
        <p:spPr>
          <a:xfrm>
            <a:off x="387655" y="2263878"/>
            <a:ext cx="2159000" cy="56726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Punitive Justice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Threat Frame: Yes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N = 500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ADA903-BC91-F46A-3203-B5D7917918E1}"/>
              </a:ext>
            </a:extLst>
          </p:cNvPr>
          <p:cNvSpPr/>
          <p:nvPr/>
        </p:nvSpPr>
        <p:spPr>
          <a:xfrm>
            <a:off x="2806389" y="2260793"/>
            <a:ext cx="2159000" cy="56726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Restorative Justice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Threat Frame: Yes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N = 500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F57B5B-5BA4-4FDE-8167-B9016E95BE2A}"/>
              </a:ext>
            </a:extLst>
          </p:cNvPr>
          <p:cNvSpPr/>
          <p:nvPr/>
        </p:nvSpPr>
        <p:spPr>
          <a:xfrm>
            <a:off x="5225123" y="2260793"/>
            <a:ext cx="2159000" cy="56726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Punitive Justice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Threat Frame: No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N = 500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3C22FC-8E26-FDB1-3C9D-1BEA12E538B1}"/>
              </a:ext>
            </a:extLst>
          </p:cNvPr>
          <p:cNvSpPr/>
          <p:nvPr/>
        </p:nvSpPr>
        <p:spPr>
          <a:xfrm>
            <a:off x="7643857" y="2260793"/>
            <a:ext cx="2159000" cy="56726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Restorative Justice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Threat Frame: No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N = 500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F717C889-C8CE-69F2-7A81-91003D90164B}"/>
              </a:ext>
            </a:extLst>
          </p:cNvPr>
          <p:cNvSpPr/>
          <p:nvPr/>
        </p:nvSpPr>
        <p:spPr>
          <a:xfrm>
            <a:off x="9947575" y="1474982"/>
            <a:ext cx="642841" cy="1353077"/>
          </a:xfrm>
          <a:prstGeom prst="rightBrac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8CC523-ECF4-911E-16F8-C3F183A29822}"/>
              </a:ext>
            </a:extLst>
          </p:cNvPr>
          <p:cNvSpPr txBox="1"/>
          <p:nvPr/>
        </p:nvSpPr>
        <p:spPr>
          <a:xfrm>
            <a:off x="10590417" y="1720633"/>
            <a:ext cx="1460335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000" b="1" dirty="0"/>
              <a:t>Step 1</a:t>
            </a:r>
            <a:r>
              <a:rPr lang="en-US" sz="1000" dirty="0"/>
              <a:t>: 2x2 Vignettes along Threat / No Threat and Punitive Justice / Restorative Justice Frames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F7F1B6C-6FA0-B900-1437-41C2F647C03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467155" y="2831145"/>
            <a:ext cx="0" cy="23025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5BFF969-DA1E-D672-5B77-DE6A79AF0B97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3885889" y="2828060"/>
            <a:ext cx="1" cy="233343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518BF25-B9CD-0DE6-ED00-6E6BEBB108B6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6304623" y="2828060"/>
            <a:ext cx="0" cy="233343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C1A94BF-11E7-BC76-D1C9-42B18993B6A8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8723357" y="2828060"/>
            <a:ext cx="0" cy="229526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56D187F-FC2C-A557-A286-C6E36F59A648}"/>
              </a:ext>
            </a:extLst>
          </p:cNvPr>
          <p:cNvCxnSpPr>
            <a:cxnSpLocks/>
            <a:endCxn id="70" idx="0"/>
          </p:cNvCxnSpPr>
          <p:nvPr/>
        </p:nvCxnSpPr>
        <p:spPr>
          <a:xfrm flipH="1">
            <a:off x="829447" y="3330297"/>
            <a:ext cx="637708" cy="322836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4747F7C-A7FD-82BD-C769-D9C6D60AFC38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1467155" y="3330297"/>
            <a:ext cx="637707" cy="322836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86AAFF1-6BDE-4461-E06B-5E21E6BEC337}"/>
              </a:ext>
            </a:extLst>
          </p:cNvPr>
          <p:cNvSpPr/>
          <p:nvPr/>
        </p:nvSpPr>
        <p:spPr>
          <a:xfrm>
            <a:off x="387655" y="3653133"/>
            <a:ext cx="883584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Performance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N = 250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66CE072-2005-1B2A-410E-3CA5A1F8359F}"/>
              </a:ext>
            </a:extLst>
          </p:cNvPr>
          <p:cNvSpPr/>
          <p:nvPr/>
        </p:nvSpPr>
        <p:spPr>
          <a:xfrm>
            <a:off x="1663070" y="3653133"/>
            <a:ext cx="883584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No Performance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N = 250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C05F245-0D1F-39F2-1C17-3A5ACFB212C9}"/>
              </a:ext>
            </a:extLst>
          </p:cNvPr>
          <p:cNvCxnSpPr>
            <a:cxnSpLocks/>
          </p:cNvCxnSpPr>
          <p:nvPr/>
        </p:nvCxnSpPr>
        <p:spPr>
          <a:xfrm flipH="1">
            <a:off x="3248180" y="3326480"/>
            <a:ext cx="637708" cy="322836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D973E8C-67EA-D9D0-1DF2-70B88862850A}"/>
              </a:ext>
            </a:extLst>
          </p:cNvPr>
          <p:cNvCxnSpPr>
            <a:cxnSpLocks/>
          </p:cNvCxnSpPr>
          <p:nvPr/>
        </p:nvCxnSpPr>
        <p:spPr>
          <a:xfrm>
            <a:off x="3885888" y="3326480"/>
            <a:ext cx="637707" cy="322836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213E188-D4AE-6B09-3E58-C97BE1170D74}"/>
              </a:ext>
            </a:extLst>
          </p:cNvPr>
          <p:cNvCxnSpPr>
            <a:cxnSpLocks/>
          </p:cNvCxnSpPr>
          <p:nvPr/>
        </p:nvCxnSpPr>
        <p:spPr>
          <a:xfrm flipH="1">
            <a:off x="5666913" y="3326480"/>
            <a:ext cx="637708" cy="322836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991C77D-0021-BB02-1A93-98CEDE1F4251}"/>
              </a:ext>
            </a:extLst>
          </p:cNvPr>
          <p:cNvCxnSpPr>
            <a:cxnSpLocks/>
          </p:cNvCxnSpPr>
          <p:nvPr/>
        </p:nvCxnSpPr>
        <p:spPr>
          <a:xfrm>
            <a:off x="6304621" y="3326480"/>
            <a:ext cx="637707" cy="322836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671D6CA3-85AC-030B-1AA7-211E0FE644C6}"/>
              </a:ext>
            </a:extLst>
          </p:cNvPr>
          <p:cNvSpPr/>
          <p:nvPr/>
        </p:nvSpPr>
        <p:spPr>
          <a:xfrm>
            <a:off x="387655" y="3057586"/>
            <a:ext cx="9415191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</a:rPr>
              <a:t>Outcome Battery 1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786E903-087C-7426-9071-527E6CE5EC3A}"/>
              </a:ext>
            </a:extLst>
          </p:cNvPr>
          <p:cNvCxnSpPr>
            <a:cxnSpLocks/>
          </p:cNvCxnSpPr>
          <p:nvPr/>
        </p:nvCxnSpPr>
        <p:spPr>
          <a:xfrm flipH="1">
            <a:off x="8085639" y="3326480"/>
            <a:ext cx="637708" cy="322836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4F637B2-6FCC-B90B-F36F-46C22CE51903}"/>
              </a:ext>
            </a:extLst>
          </p:cNvPr>
          <p:cNvCxnSpPr>
            <a:cxnSpLocks/>
          </p:cNvCxnSpPr>
          <p:nvPr/>
        </p:nvCxnSpPr>
        <p:spPr>
          <a:xfrm>
            <a:off x="8723347" y="3326480"/>
            <a:ext cx="637707" cy="322836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914E69CC-2AAF-8F43-2A44-3F99A323EC97}"/>
              </a:ext>
            </a:extLst>
          </p:cNvPr>
          <p:cNvSpPr/>
          <p:nvPr/>
        </p:nvSpPr>
        <p:spPr>
          <a:xfrm>
            <a:off x="387655" y="4147736"/>
            <a:ext cx="9415191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</a:rPr>
              <a:t>Outcome Battery 2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FFDABE9-3589-9F29-4A13-83DCD15D89CE}"/>
              </a:ext>
            </a:extLst>
          </p:cNvPr>
          <p:cNvCxnSpPr>
            <a:cxnSpLocks/>
          </p:cNvCxnSpPr>
          <p:nvPr/>
        </p:nvCxnSpPr>
        <p:spPr>
          <a:xfrm>
            <a:off x="829447" y="3917478"/>
            <a:ext cx="0" cy="23025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FD3538A-EF36-7B0F-FA8E-AB7C40DEA4BD}"/>
              </a:ext>
            </a:extLst>
          </p:cNvPr>
          <p:cNvCxnSpPr>
            <a:cxnSpLocks/>
          </p:cNvCxnSpPr>
          <p:nvPr/>
        </p:nvCxnSpPr>
        <p:spPr>
          <a:xfrm>
            <a:off x="2104862" y="3917478"/>
            <a:ext cx="0" cy="23025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F6AD382-18D7-9391-A7F3-388114365EDE}"/>
              </a:ext>
            </a:extLst>
          </p:cNvPr>
          <p:cNvCxnSpPr>
            <a:cxnSpLocks/>
          </p:cNvCxnSpPr>
          <p:nvPr/>
        </p:nvCxnSpPr>
        <p:spPr>
          <a:xfrm>
            <a:off x="3275148" y="3917478"/>
            <a:ext cx="0" cy="23025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9A52BBD-0CC3-3E3B-21C4-86799EEC3D67}"/>
              </a:ext>
            </a:extLst>
          </p:cNvPr>
          <p:cNvCxnSpPr>
            <a:cxnSpLocks/>
          </p:cNvCxnSpPr>
          <p:nvPr/>
        </p:nvCxnSpPr>
        <p:spPr>
          <a:xfrm>
            <a:off x="4523595" y="3917478"/>
            <a:ext cx="0" cy="23025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57360FC-EF4C-B0D9-4578-63544000268E}"/>
              </a:ext>
            </a:extLst>
          </p:cNvPr>
          <p:cNvCxnSpPr>
            <a:cxnSpLocks/>
          </p:cNvCxnSpPr>
          <p:nvPr/>
        </p:nvCxnSpPr>
        <p:spPr>
          <a:xfrm>
            <a:off x="5693881" y="3917478"/>
            <a:ext cx="0" cy="23025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B9D8A40-672C-B636-F162-5C0CDF5E60D1}"/>
              </a:ext>
            </a:extLst>
          </p:cNvPr>
          <p:cNvCxnSpPr>
            <a:cxnSpLocks/>
          </p:cNvCxnSpPr>
          <p:nvPr/>
        </p:nvCxnSpPr>
        <p:spPr>
          <a:xfrm>
            <a:off x="6942328" y="3917478"/>
            <a:ext cx="0" cy="23025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E5A830D-61B3-5266-3C90-DEB4721388FE}"/>
              </a:ext>
            </a:extLst>
          </p:cNvPr>
          <p:cNvCxnSpPr>
            <a:cxnSpLocks/>
          </p:cNvCxnSpPr>
          <p:nvPr/>
        </p:nvCxnSpPr>
        <p:spPr>
          <a:xfrm>
            <a:off x="8112607" y="3917478"/>
            <a:ext cx="0" cy="23025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AAE487F-1BB0-13EC-5516-FBD9769AD0DC}"/>
              </a:ext>
            </a:extLst>
          </p:cNvPr>
          <p:cNvCxnSpPr>
            <a:cxnSpLocks/>
          </p:cNvCxnSpPr>
          <p:nvPr/>
        </p:nvCxnSpPr>
        <p:spPr>
          <a:xfrm>
            <a:off x="9361054" y="3917478"/>
            <a:ext cx="0" cy="23025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0CF6902-4FF8-4039-5ED5-D6176F20BC9A}"/>
              </a:ext>
            </a:extLst>
          </p:cNvPr>
          <p:cNvSpPr/>
          <p:nvPr/>
        </p:nvSpPr>
        <p:spPr>
          <a:xfrm>
            <a:off x="395089" y="1206089"/>
            <a:ext cx="9415191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</a:rPr>
              <a:t>Pre-Treatment Battery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650572D-B338-3C3D-AA0C-90BD24573EA7}"/>
              </a:ext>
            </a:extLst>
          </p:cNvPr>
          <p:cNvCxnSpPr>
            <a:cxnSpLocks/>
            <a:stCxn id="4" idx="2"/>
            <a:endCxn id="111" idx="0"/>
          </p:cNvCxnSpPr>
          <p:nvPr/>
        </p:nvCxnSpPr>
        <p:spPr>
          <a:xfrm>
            <a:off x="5102685" y="905042"/>
            <a:ext cx="0" cy="301047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D9E90596-6825-ED91-88A7-20F1E5D839A0}"/>
              </a:ext>
            </a:extLst>
          </p:cNvPr>
          <p:cNvCxnSpPr>
            <a:cxnSpLocks/>
            <a:stCxn id="111" idx="2"/>
            <a:endCxn id="7" idx="0"/>
          </p:cNvCxnSpPr>
          <p:nvPr/>
        </p:nvCxnSpPr>
        <p:spPr>
          <a:xfrm flipH="1">
            <a:off x="1467155" y="1474983"/>
            <a:ext cx="3635530" cy="788895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856AE0D-7A43-CCC4-107D-FA1DB4D93818}"/>
              </a:ext>
            </a:extLst>
          </p:cNvPr>
          <p:cNvCxnSpPr>
            <a:cxnSpLocks/>
            <a:stCxn id="111" idx="2"/>
            <a:endCxn id="35" idx="0"/>
          </p:cNvCxnSpPr>
          <p:nvPr/>
        </p:nvCxnSpPr>
        <p:spPr>
          <a:xfrm flipH="1">
            <a:off x="3885889" y="1474983"/>
            <a:ext cx="1216796" cy="78581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4ED399C-F4D7-10A3-A1AA-FFCD039C08D8}"/>
              </a:ext>
            </a:extLst>
          </p:cNvPr>
          <p:cNvCxnSpPr>
            <a:cxnSpLocks/>
            <a:stCxn id="111" idx="2"/>
            <a:endCxn id="37" idx="0"/>
          </p:cNvCxnSpPr>
          <p:nvPr/>
        </p:nvCxnSpPr>
        <p:spPr>
          <a:xfrm>
            <a:off x="5102685" y="1474983"/>
            <a:ext cx="1201938" cy="78581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8EBAAA4-2118-B137-03EE-31B1CA7263D1}"/>
              </a:ext>
            </a:extLst>
          </p:cNvPr>
          <p:cNvCxnSpPr>
            <a:cxnSpLocks/>
            <a:stCxn id="111" idx="2"/>
            <a:endCxn id="39" idx="0"/>
          </p:cNvCxnSpPr>
          <p:nvPr/>
        </p:nvCxnSpPr>
        <p:spPr>
          <a:xfrm>
            <a:off x="5102685" y="1474983"/>
            <a:ext cx="3620672" cy="78581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C391BB2-E0B9-EDC0-0427-E02889B00C1E}"/>
              </a:ext>
            </a:extLst>
          </p:cNvPr>
          <p:cNvSpPr/>
          <p:nvPr/>
        </p:nvSpPr>
        <p:spPr>
          <a:xfrm>
            <a:off x="6904422" y="1780424"/>
            <a:ext cx="336810" cy="20712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1/4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28032C-D8C7-F0D5-39DB-ECF83B6209BC}"/>
              </a:ext>
            </a:extLst>
          </p:cNvPr>
          <p:cNvSpPr/>
          <p:nvPr/>
        </p:nvSpPr>
        <p:spPr>
          <a:xfrm>
            <a:off x="4264663" y="1788310"/>
            <a:ext cx="336810" cy="20712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1/4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14C6BD-0236-FB5E-920E-EE2ADFB0E069}"/>
              </a:ext>
            </a:extLst>
          </p:cNvPr>
          <p:cNvSpPr/>
          <p:nvPr/>
        </p:nvSpPr>
        <p:spPr>
          <a:xfrm>
            <a:off x="5547825" y="1780424"/>
            <a:ext cx="336810" cy="20712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1/4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D2951D3-5E92-E195-A313-E13486753027}"/>
              </a:ext>
            </a:extLst>
          </p:cNvPr>
          <p:cNvSpPr/>
          <p:nvPr/>
        </p:nvSpPr>
        <p:spPr>
          <a:xfrm>
            <a:off x="2948110" y="1783961"/>
            <a:ext cx="336810" cy="20712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1/4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5B5B0EA-9781-4C56-5779-6A5762E954D4}"/>
              </a:ext>
            </a:extLst>
          </p:cNvPr>
          <p:cNvSpPr/>
          <p:nvPr/>
        </p:nvSpPr>
        <p:spPr>
          <a:xfrm>
            <a:off x="1025356" y="3420119"/>
            <a:ext cx="293242" cy="11825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1/2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365030E-0BF0-F264-F374-3BCBCC23B9C0}"/>
              </a:ext>
            </a:extLst>
          </p:cNvPr>
          <p:cNvSpPr/>
          <p:nvPr/>
        </p:nvSpPr>
        <p:spPr>
          <a:xfrm>
            <a:off x="1663064" y="3418220"/>
            <a:ext cx="293242" cy="11825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1/2</a:t>
            </a:r>
          </a:p>
        </p:txBody>
      </p:sp>
      <p:sp>
        <p:nvSpPr>
          <p:cNvPr id="135" name="Right Brace 134">
            <a:extLst>
              <a:ext uri="{FF2B5EF4-FFF2-40B4-BE49-F238E27FC236}">
                <a16:creationId xmlns:a16="http://schemas.microsoft.com/office/drawing/2014/main" id="{D72766BA-DDC9-6C6F-2F61-659B4EBC395A}"/>
              </a:ext>
            </a:extLst>
          </p:cNvPr>
          <p:cNvSpPr/>
          <p:nvPr/>
        </p:nvSpPr>
        <p:spPr>
          <a:xfrm>
            <a:off x="9947575" y="3326481"/>
            <a:ext cx="637707" cy="590998"/>
          </a:xfrm>
          <a:prstGeom prst="rightBrac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AE67BF6-CA8B-206F-11F1-110A7D5E658A}"/>
              </a:ext>
            </a:extLst>
          </p:cNvPr>
          <p:cNvSpPr txBox="1"/>
          <p:nvPr/>
        </p:nvSpPr>
        <p:spPr>
          <a:xfrm>
            <a:off x="10585282" y="3413053"/>
            <a:ext cx="1460335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000" b="1" dirty="0"/>
              <a:t>Step 2: </a:t>
            </a:r>
            <a:r>
              <a:rPr lang="en-US" sz="1000" dirty="0"/>
              <a:t>Performance Vignette indicating policy effectiveness / ineffectiveness. 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CDD32D8-BBE6-026F-07A1-C17577BD3ED1}"/>
              </a:ext>
            </a:extLst>
          </p:cNvPr>
          <p:cNvSpPr/>
          <p:nvPr/>
        </p:nvSpPr>
        <p:spPr>
          <a:xfrm>
            <a:off x="2791550" y="3653133"/>
            <a:ext cx="883584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Performance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N = 250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2053286-8D69-5FA7-FABC-60DDED81D782}"/>
              </a:ext>
            </a:extLst>
          </p:cNvPr>
          <p:cNvSpPr/>
          <p:nvPr/>
        </p:nvSpPr>
        <p:spPr>
          <a:xfrm>
            <a:off x="4066965" y="3653133"/>
            <a:ext cx="883584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No Performance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N = 250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E8C8C37-C364-1A42-56FC-79BB3FC5ADA6}"/>
              </a:ext>
            </a:extLst>
          </p:cNvPr>
          <p:cNvSpPr/>
          <p:nvPr/>
        </p:nvSpPr>
        <p:spPr>
          <a:xfrm>
            <a:off x="5247386" y="3653133"/>
            <a:ext cx="883584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Performance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N = 250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D2685E5-5401-02E1-91E2-32D8F8BCD5A7}"/>
              </a:ext>
            </a:extLst>
          </p:cNvPr>
          <p:cNvSpPr/>
          <p:nvPr/>
        </p:nvSpPr>
        <p:spPr>
          <a:xfrm>
            <a:off x="6522801" y="3653133"/>
            <a:ext cx="883584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No Performance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N = 250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9820D00-5912-2318-3577-CC37CE68F4A6}"/>
              </a:ext>
            </a:extLst>
          </p:cNvPr>
          <p:cNvSpPr/>
          <p:nvPr/>
        </p:nvSpPr>
        <p:spPr>
          <a:xfrm>
            <a:off x="7651281" y="3653133"/>
            <a:ext cx="883584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Performance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N = 250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23443E6-A6F1-6784-B04E-422E6A32EFDF}"/>
              </a:ext>
            </a:extLst>
          </p:cNvPr>
          <p:cNvSpPr/>
          <p:nvPr/>
        </p:nvSpPr>
        <p:spPr>
          <a:xfrm>
            <a:off x="8926696" y="3653133"/>
            <a:ext cx="883584" cy="2688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No Performance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N = 250</a:t>
            </a:r>
          </a:p>
        </p:txBody>
      </p:sp>
    </p:spTree>
    <p:extLst>
      <p:ext uri="{BB962C8B-B14F-4D97-AF65-F5344CB8AC3E}">
        <p14:creationId xmlns:p14="http://schemas.microsoft.com/office/powerpoint/2010/main" val="1871819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119</Words>
  <Application>Microsoft Macintosh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Kuhlen</dc:creator>
  <cp:lastModifiedBy>Daniel Kuhlen</cp:lastModifiedBy>
  <cp:revision>1</cp:revision>
  <dcterms:created xsi:type="dcterms:W3CDTF">2026-02-25T10:27:27Z</dcterms:created>
  <dcterms:modified xsi:type="dcterms:W3CDTF">2026-02-25T12:52:31Z</dcterms:modified>
</cp:coreProperties>
</file>